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10C3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400" d="100"/>
          <a:sy n="400" d="100"/>
        </p:scale>
        <p:origin x="-6354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94187-568A-4BD1-B33B-0741AC2BB5BC}" type="datetimeFigureOut">
              <a:rPr lang="en-IN" smtClean="0"/>
              <a:t>27-09-2026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5BF635-E1CC-4C04-8D67-D72B0B5EF6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03383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94187-568A-4BD1-B33B-0741AC2BB5BC}" type="datetimeFigureOut">
              <a:rPr lang="en-IN" smtClean="0"/>
              <a:t>27-09-2026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5BF635-E1CC-4C04-8D67-D72B0B5EF6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92263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94187-568A-4BD1-B33B-0741AC2BB5BC}" type="datetimeFigureOut">
              <a:rPr lang="en-IN" smtClean="0"/>
              <a:t>27-09-2026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5BF635-E1CC-4C04-8D67-D72B0B5EF6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28097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94187-568A-4BD1-B33B-0741AC2BB5BC}" type="datetimeFigureOut">
              <a:rPr lang="en-IN" smtClean="0"/>
              <a:t>27-09-2026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5BF635-E1CC-4C04-8D67-D72B0B5EF6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95393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94187-568A-4BD1-B33B-0741AC2BB5BC}" type="datetimeFigureOut">
              <a:rPr lang="en-IN" smtClean="0"/>
              <a:t>27-09-2026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5BF635-E1CC-4C04-8D67-D72B0B5EF6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45840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94187-568A-4BD1-B33B-0741AC2BB5BC}" type="datetimeFigureOut">
              <a:rPr lang="en-IN" smtClean="0"/>
              <a:t>27-09-2026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5BF635-E1CC-4C04-8D67-D72B0B5EF6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16643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94187-568A-4BD1-B33B-0741AC2BB5BC}" type="datetimeFigureOut">
              <a:rPr lang="en-IN" smtClean="0"/>
              <a:t>27-09-2026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5BF635-E1CC-4C04-8D67-D72B0B5EF6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86531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94187-568A-4BD1-B33B-0741AC2BB5BC}" type="datetimeFigureOut">
              <a:rPr lang="en-IN" smtClean="0"/>
              <a:t>27-09-2026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5BF635-E1CC-4C04-8D67-D72B0B5EF6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33411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94187-568A-4BD1-B33B-0741AC2BB5BC}" type="datetimeFigureOut">
              <a:rPr lang="en-IN" smtClean="0"/>
              <a:t>27-09-2026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5BF635-E1CC-4C04-8D67-D72B0B5EF6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24183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94187-568A-4BD1-B33B-0741AC2BB5BC}" type="datetimeFigureOut">
              <a:rPr lang="en-IN" smtClean="0"/>
              <a:t>27-09-2026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5BF635-E1CC-4C04-8D67-D72B0B5EF6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90695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94187-568A-4BD1-B33B-0741AC2BB5BC}" type="datetimeFigureOut">
              <a:rPr lang="en-IN" smtClean="0"/>
              <a:t>27-09-2026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5BF635-E1CC-4C04-8D67-D72B0B5EF6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35920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F94187-568A-4BD1-B33B-0741AC2BB5BC}" type="datetimeFigureOut">
              <a:rPr lang="en-IN" smtClean="0"/>
              <a:t>27-09-2026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5BF635-E1CC-4C04-8D67-D72B0B5EF6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33438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688E9A5-8D48-233F-F7F0-A54AE0E9DA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55"/>
          <a:stretch>
            <a:fillRect/>
          </a:stretch>
        </p:blipFill>
        <p:spPr>
          <a:xfrm>
            <a:off x="0" y="0"/>
            <a:ext cx="9139141" cy="5143500"/>
          </a:xfrm>
          <a:prstGeom prst="rect">
            <a:avLst/>
          </a:prstGeom>
        </p:spPr>
      </p:pic>
      <p:sp>
        <p:nvSpPr>
          <p:cNvPr id="51" name="Rectangle 50">
            <a:extLst>
              <a:ext uri="{FF2B5EF4-FFF2-40B4-BE49-F238E27FC236}">
                <a16:creationId xmlns:a16="http://schemas.microsoft.com/office/drawing/2014/main" id="{06A4140F-5E97-8988-8F88-FD650E223B4F}"/>
              </a:ext>
            </a:extLst>
          </p:cNvPr>
          <p:cNvSpPr/>
          <p:nvPr/>
        </p:nvSpPr>
        <p:spPr>
          <a:xfrm>
            <a:off x="21611" y="829098"/>
            <a:ext cx="9095917" cy="4300896"/>
          </a:xfrm>
          <a:prstGeom prst="rect">
            <a:avLst/>
          </a:prstGeom>
          <a:solidFill>
            <a:srgbClr val="010C34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8" name="Picture 7" hidden="1">
            <a:extLst>
              <a:ext uri="{FF2B5EF4-FFF2-40B4-BE49-F238E27FC236}">
                <a16:creationId xmlns:a16="http://schemas.microsoft.com/office/drawing/2014/main" id="{6AD1E409-14BC-4CFA-B5E3-AB2E0C09BE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48" t="16042" r="4772" b="17843"/>
          <a:stretch>
            <a:fillRect/>
          </a:stretch>
        </p:blipFill>
        <p:spPr>
          <a:xfrm>
            <a:off x="2236318" y="520998"/>
            <a:ext cx="1260000" cy="2520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61B3A4A-E052-3536-A01B-657E200C3CE9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35917" y="502998"/>
            <a:ext cx="1260000" cy="288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BD5FA53-7A1C-964E-4DA7-969334D79500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7587612" y="1365630"/>
            <a:ext cx="1512000" cy="68399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F5CDC5A7-0F21-DFE4-42AF-DD70FDC3B644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1659" y="502998"/>
            <a:ext cx="1440000" cy="2880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C9DA31A7-BEA7-2BC9-D517-9E47F3C71D04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7401" y="502998"/>
            <a:ext cx="1260000" cy="28800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C4405E34-1EB3-25FD-3042-06AE65210CDD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43143" y="502998"/>
            <a:ext cx="1260000" cy="28800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D4431875-D5BB-6521-5B3E-BAAD01C521F6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48" t="16042" r="4772" b="17843"/>
          <a:stretch>
            <a:fillRect/>
          </a:stretch>
        </p:blipFill>
        <p:spPr>
          <a:xfrm>
            <a:off x="6876772" y="842604"/>
            <a:ext cx="2196000" cy="54000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590B70E7-8EC7-A9AC-E21A-C40B95EE7DC6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48" t="16042" r="4772" b="17843"/>
          <a:stretch>
            <a:fillRect/>
          </a:stretch>
        </p:blipFill>
        <p:spPr>
          <a:xfrm flipH="1" flipV="1">
            <a:off x="4609666" y="842604"/>
            <a:ext cx="2196000" cy="540000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C038B4F8-0FB5-A08E-81FC-C5F5D0A3990C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48" t="16042" r="4772" b="17843"/>
          <a:stretch>
            <a:fillRect/>
          </a:stretch>
        </p:blipFill>
        <p:spPr>
          <a:xfrm flipV="1">
            <a:off x="2342560" y="847359"/>
            <a:ext cx="2196000" cy="540000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873BEF8B-4C41-374B-160B-030A79C15FC2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48" t="16042" r="4772" b="17843"/>
          <a:stretch>
            <a:fillRect/>
          </a:stretch>
        </p:blipFill>
        <p:spPr>
          <a:xfrm flipH="1">
            <a:off x="75454" y="842604"/>
            <a:ext cx="2196000" cy="540000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67D45AC2-D826-693C-761E-B1A6E1960C24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6077054" y="1365630"/>
            <a:ext cx="1512000" cy="683999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B51737B1-7089-F26C-8C07-FAE199DD4676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34814" y="1365630"/>
            <a:ext cx="1512000" cy="683999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E74586E6-3C25-5131-E354-0ED0E3FA8E6D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545374" y="1365630"/>
            <a:ext cx="1512000" cy="683999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D125AF2E-280D-E928-AA14-5E2665FAE2C6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3055934" y="1365630"/>
            <a:ext cx="1512000" cy="683999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8429E010-E02E-D0A7-9B06-32985DEF2788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4566494" y="1365630"/>
            <a:ext cx="1512000" cy="683999"/>
          </a:xfrm>
          <a:prstGeom prst="rect">
            <a:avLst/>
          </a:prstGeom>
        </p:spPr>
      </p:pic>
      <p:pic>
        <p:nvPicPr>
          <p:cNvPr id="44" name="Picture 43" hidden="1">
            <a:extLst>
              <a:ext uri="{FF2B5EF4-FFF2-40B4-BE49-F238E27FC236}">
                <a16:creationId xmlns:a16="http://schemas.microsoft.com/office/drawing/2014/main" id="{969D0F8A-1A49-E6DA-1A0C-B1D0857AAD3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10" t="5611" r="2088" b="6323"/>
          <a:stretch>
            <a:fillRect/>
          </a:stretch>
        </p:blipFill>
        <p:spPr>
          <a:xfrm flipH="1">
            <a:off x="4472940" y="3543300"/>
            <a:ext cx="4666201" cy="1447800"/>
          </a:xfrm>
          <a:prstGeom prst="rect">
            <a:avLst/>
          </a:prstGeom>
        </p:spPr>
      </p:pic>
      <p:pic>
        <p:nvPicPr>
          <p:cNvPr id="46" name="Picture 45" hidden="1">
            <a:extLst>
              <a:ext uri="{FF2B5EF4-FFF2-40B4-BE49-F238E27FC236}">
                <a16:creationId xmlns:a16="http://schemas.microsoft.com/office/drawing/2014/main" id="{2038C920-CD98-DA0C-9819-AB7E04DD13B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10" t="5611" r="2088" b="6323"/>
          <a:stretch>
            <a:fillRect/>
          </a:stretch>
        </p:blipFill>
        <p:spPr>
          <a:xfrm>
            <a:off x="-32227" y="3543300"/>
            <a:ext cx="4680427" cy="1447800"/>
          </a:xfrm>
          <a:prstGeom prst="rect">
            <a:avLst/>
          </a:prstGeom>
        </p:spPr>
      </p:pic>
      <p:pic>
        <p:nvPicPr>
          <p:cNvPr id="48" name="Picture 47" hidden="1">
            <a:extLst>
              <a:ext uri="{FF2B5EF4-FFF2-40B4-BE49-F238E27FC236}">
                <a16:creationId xmlns:a16="http://schemas.microsoft.com/office/drawing/2014/main" id="{E9E7200E-E63C-93F9-8542-67A04148A88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532" b="11506"/>
          <a:stretch>
            <a:fillRect/>
          </a:stretch>
        </p:blipFill>
        <p:spPr>
          <a:xfrm>
            <a:off x="5297146" y="1828800"/>
            <a:ext cx="3864697" cy="1859280"/>
          </a:xfrm>
          <a:prstGeom prst="rect">
            <a:avLst/>
          </a:prstGeom>
        </p:spPr>
      </p:pic>
      <p:pic>
        <p:nvPicPr>
          <p:cNvPr id="50" name="Picture 49" hidden="1">
            <a:extLst>
              <a:ext uri="{FF2B5EF4-FFF2-40B4-BE49-F238E27FC236}">
                <a16:creationId xmlns:a16="http://schemas.microsoft.com/office/drawing/2014/main" id="{08CACFC7-5E9B-BDFB-FD8D-DCE29F9AD24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532" b="11506"/>
          <a:stretch>
            <a:fillRect/>
          </a:stretch>
        </p:blipFill>
        <p:spPr>
          <a:xfrm>
            <a:off x="-161925" y="1828800"/>
            <a:ext cx="5785485" cy="1859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09620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CB3AAB-CC3A-4AD8-204F-638824D144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40C510C-F444-70E5-EA83-A668A12CE8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55"/>
          <a:stretch>
            <a:fillRect/>
          </a:stretch>
        </p:blipFill>
        <p:spPr>
          <a:xfrm>
            <a:off x="0" y="0"/>
            <a:ext cx="9139141" cy="5143500"/>
          </a:xfrm>
          <a:prstGeom prst="rect">
            <a:avLst/>
          </a:prstGeom>
        </p:spPr>
      </p:pic>
      <p:sp>
        <p:nvSpPr>
          <p:cNvPr id="51" name="Rectangle 50">
            <a:extLst>
              <a:ext uri="{FF2B5EF4-FFF2-40B4-BE49-F238E27FC236}">
                <a16:creationId xmlns:a16="http://schemas.microsoft.com/office/drawing/2014/main" id="{21600DC6-9983-F84C-25D4-D7D082136345}"/>
              </a:ext>
            </a:extLst>
          </p:cNvPr>
          <p:cNvSpPr/>
          <p:nvPr/>
        </p:nvSpPr>
        <p:spPr>
          <a:xfrm>
            <a:off x="21611" y="829098"/>
            <a:ext cx="9095917" cy="4300896"/>
          </a:xfrm>
          <a:prstGeom prst="rect">
            <a:avLst/>
          </a:prstGeom>
          <a:solidFill>
            <a:srgbClr val="010C34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8" name="Picture 7" hidden="1">
            <a:extLst>
              <a:ext uri="{FF2B5EF4-FFF2-40B4-BE49-F238E27FC236}">
                <a16:creationId xmlns:a16="http://schemas.microsoft.com/office/drawing/2014/main" id="{6A8321EE-4425-F101-78C9-FCC6BDB2364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48" t="16042" r="4772" b="17843"/>
          <a:stretch>
            <a:fillRect/>
          </a:stretch>
        </p:blipFill>
        <p:spPr>
          <a:xfrm>
            <a:off x="2236318" y="520998"/>
            <a:ext cx="1260000" cy="2520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1534C71-FB1D-2CCB-B915-346D6A5D938A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35917" y="502998"/>
            <a:ext cx="1260000" cy="288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00A0596-8E2C-36DD-1413-B3AC3E28D2D9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7587612" y="1365630"/>
            <a:ext cx="1512000" cy="68399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74783196-69D4-6D1C-51D2-058D5E0A21A3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1659" y="502998"/>
            <a:ext cx="1440000" cy="2880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1E3099C5-81FE-2A53-4036-670749ABC903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7401" y="502998"/>
            <a:ext cx="1260000" cy="288000"/>
          </a:xfrm>
          <a:prstGeom prst="rect">
            <a:avLst/>
          </a:prstGeom>
        </p:spPr>
      </p:pic>
      <p:pic>
        <p:nvPicPr>
          <p:cNvPr id="20" name="Picture 19" hidden="1">
            <a:extLst>
              <a:ext uri="{FF2B5EF4-FFF2-40B4-BE49-F238E27FC236}">
                <a16:creationId xmlns:a16="http://schemas.microsoft.com/office/drawing/2014/main" id="{BE98B322-B1EF-C7EE-370C-BC3C719C9424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43143" y="502998"/>
            <a:ext cx="1260000" cy="28800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86F640AB-B859-61D9-7978-C49BEB2D61A5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48" t="16042" r="4772" b="17843"/>
          <a:stretch>
            <a:fillRect/>
          </a:stretch>
        </p:blipFill>
        <p:spPr>
          <a:xfrm>
            <a:off x="6876772" y="842604"/>
            <a:ext cx="2196000" cy="54000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EF835103-503A-41AB-2208-33756E8D1C8D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48" t="16042" r="4772" b="17843"/>
          <a:stretch>
            <a:fillRect/>
          </a:stretch>
        </p:blipFill>
        <p:spPr>
          <a:xfrm flipH="1" flipV="1">
            <a:off x="4609666" y="842604"/>
            <a:ext cx="2196000" cy="540000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DE42C883-AA25-DF74-CCE2-0D7FBAE455EB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48" t="16042" r="4772" b="17843"/>
          <a:stretch>
            <a:fillRect/>
          </a:stretch>
        </p:blipFill>
        <p:spPr>
          <a:xfrm flipV="1">
            <a:off x="2342560" y="847359"/>
            <a:ext cx="2196000" cy="540000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A8C4818F-EBC5-C63A-A380-74694895A25E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48" t="16042" r="4772" b="17843"/>
          <a:stretch>
            <a:fillRect/>
          </a:stretch>
        </p:blipFill>
        <p:spPr>
          <a:xfrm flipH="1">
            <a:off x="75454" y="842604"/>
            <a:ext cx="2196000" cy="540000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31A6167C-8661-8216-C897-7C8723757C1A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6077054" y="1365630"/>
            <a:ext cx="1512000" cy="683999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DFD1F5CF-E238-AE63-76CD-4F42B62B0484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34814" y="1365630"/>
            <a:ext cx="1512000" cy="683999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2587526C-3E57-DA00-9B17-36DA6245B97E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545374" y="1365630"/>
            <a:ext cx="1512000" cy="683999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99D57557-5714-D664-9338-DD1965144D51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3055934" y="1365630"/>
            <a:ext cx="1512000" cy="683999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07BA30D6-DF25-49BD-3F84-B78322EC1993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4566494" y="1365630"/>
            <a:ext cx="1512000" cy="683999"/>
          </a:xfrm>
          <a:prstGeom prst="rect">
            <a:avLst/>
          </a:prstGeom>
        </p:spPr>
      </p:pic>
      <p:pic>
        <p:nvPicPr>
          <p:cNvPr id="44" name="Picture 43" hidden="1">
            <a:extLst>
              <a:ext uri="{FF2B5EF4-FFF2-40B4-BE49-F238E27FC236}">
                <a16:creationId xmlns:a16="http://schemas.microsoft.com/office/drawing/2014/main" id="{AC803037-4A43-C5A8-2B57-25306F6271A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10" t="5611" r="2088" b="6323"/>
          <a:stretch>
            <a:fillRect/>
          </a:stretch>
        </p:blipFill>
        <p:spPr>
          <a:xfrm flipH="1">
            <a:off x="4472940" y="3543300"/>
            <a:ext cx="4666201" cy="1447800"/>
          </a:xfrm>
          <a:prstGeom prst="rect">
            <a:avLst/>
          </a:prstGeom>
        </p:spPr>
      </p:pic>
      <p:pic>
        <p:nvPicPr>
          <p:cNvPr id="46" name="Picture 45" hidden="1">
            <a:extLst>
              <a:ext uri="{FF2B5EF4-FFF2-40B4-BE49-F238E27FC236}">
                <a16:creationId xmlns:a16="http://schemas.microsoft.com/office/drawing/2014/main" id="{D1C53409-BABE-80B5-5A9E-1E27EC11D49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10" t="5611" r="2088" b="6323"/>
          <a:stretch>
            <a:fillRect/>
          </a:stretch>
        </p:blipFill>
        <p:spPr>
          <a:xfrm>
            <a:off x="-32227" y="3543300"/>
            <a:ext cx="4680427" cy="1447800"/>
          </a:xfrm>
          <a:prstGeom prst="rect">
            <a:avLst/>
          </a:prstGeom>
        </p:spPr>
      </p:pic>
      <p:pic>
        <p:nvPicPr>
          <p:cNvPr id="48" name="Picture 47" hidden="1">
            <a:extLst>
              <a:ext uri="{FF2B5EF4-FFF2-40B4-BE49-F238E27FC236}">
                <a16:creationId xmlns:a16="http://schemas.microsoft.com/office/drawing/2014/main" id="{B1F1255D-9CEE-C823-7E90-0FA3255F599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532" b="11506"/>
          <a:stretch>
            <a:fillRect/>
          </a:stretch>
        </p:blipFill>
        <p:spPr>
          <a:xfrm>
            <a:off x="5297146" y="1828800"/>
            <a:ext cx="3864697" cy="1859280"/>
          </a:xfrm>
          <a:prstGeom prst="rect">
            <a:avLst/>
          </a:prstGeom>
        </p:spPr>
      </p:pic>
      <p:pic>
        <p:nvPicPr>
          <p:cNvPr id="50" name="Picture 49" hidden="1">
            <a:extLst>
              <a:ext uri="{FF2B5EF4-FFF2-40B4-BE49-F238E27FC236}">
                <a16:creationId xmlns:a16="http://schemas.microsoft.com/office/drawing/2014/main" id="{0BF30680-28B4-ABAD-20FA-0E72460B720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532" b="11506"/>
          <a:stretch>
            <a:fillRect/>
          </a:stretch>
        </p:blipFill>
        <p:spPr>
          <a:xfrm>
            <a:off x="-161925" y="1828800"/>
            <a:ext cx="5785485" cy="185928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37CD2E2-4C9E-8334-9264-50E8534D4BA7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2440285" y="502998"/>
            <a:ext cx="1260000" cy="28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03345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108</TotalTime>
  <Words>0</Words>
  <Application>Microsoft Office PowerPoint</Application>
  <PresentationFormat>On-screen Show (16:9)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Manikandan B</dc:creator>
  <cp:lastModifiedBy>Manikandan B</cp:lastModifiedBy>
  <cp:revision>5</cp:revision>
  <dcterms:created xsi:type="dcterms:W3CDTF">2026-09-27T16:46:19Z</dcterms:created>
  <dcterms:modified xsi:type="dcterms:W3CDTF">2026-09-27T18:34:41Z</dcterms:modified>
</cp:coreProperties>
</file>