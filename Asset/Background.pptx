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3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226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80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53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58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66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65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34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1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06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59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88E9A5-8D48-233F-F7F0-A54AE0E9D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6A4140F-5E97-8988-8F88-FD650E223B4F}"/>
              </a:ext>
            </a:extLst>
          </p:cNvPr>
          <p:cNvSpPr/>
          <p:nvPr/>
        </p:nvSpPr>
        <p:spPr>
          <a:xfrm>
            <a:off x="21611" y="829098"/>
            <a:ext cx="9095917" cy="4300896"/>
          </a:xfrm>
          <a:prstGeom prst="rect">
            <a:avLst/>
          </a:prstGeom>
          <a:solidFill>
            <a:srgbClr val="010C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6AD1E409-14BC-4CFA-B5E3-AB2E0C09B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2236318" y="520998"/>
            <a:ext cx="1260000" cy="25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1B3A4A-E052-3536-A01B-657E200C3CE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502998"/>
            <a:ext cx="1260000" cy="2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D5FA53-7A1C-964E-4DA7-969334D7950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7612" y="1365630"/>
            <a:ext cx="1512000" cy="68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CDC5A7-0F21-DFE4-42AF-DD70FDC3B64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59" y="502998"/>
            <a:ext cx="1440000" cy="28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A31A7-BEA7-2BC9-D517-9E47F3C71D0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01" y="502998"/>
            <a:ext cx="1260000" cy="28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405E34-1EB3-25FD-3042-06AE65210CD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143" y="502998"/>
            <a:ext cx="1260000" cy="28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431875-D5BB-6521-5B3E-BAAD01C521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6876772" y="842604"/>
            <a:ext cx="2196000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0B70E7-8EC7-A9AC-E21A-C40B95EE7D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 flipV="1">
            <a:off x="4609666" y="842604"/>
            <a:ext cx="2196000" cy="5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38B4F8-0FB5-A08E-81FC-C5F5D0A399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V="1">
            <a:off x="2342560" y="847359"/>
            <a:ext cx="2196000" cy="54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73BEF8B-4C41-374B-160B-030A79C15F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>
            <a:off x="75454" y="842604"/>
            <a:ext cx="2196000" cy="5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7D45AC2-D826-693C-761E-B1A6E1960C2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77054" y="1365630"/>
            <a:ext cx="1512000" cy="6839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51737B1-7089-F26C-8C07-FAE199DD467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814" y="1365630"/>
            <a:ext cx="1512000" cy="6839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74586E6-3C25-5131-E354-0ED0E3FA8E6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5374" y="1365630"/>
            <a:ext cx="1512000" cy="6839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125AF2E-280D-E928-AA14-5E2665FAE2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055934" y="1365630"/>
            <a:ext cx="1512000" cy="68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429E010-E02E-D0A7-9B06-32985DEF278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66494" y="1365630"/>
            <a:ext cx="1512000" cy="683999"/>
          </a:xfrm>
          <a:prstGeom prst="rect">
            <a:avLst/>
          </a:prstGeom>
        </p:spPr>
      </p:pic>
      <p:pic>
        <p:nvPicPr>
          <p:cNvPr id="44" name="Picture 43" hidden="1">
            <a:extLst>
              <a:ext uri="{FF2B5EF4-FFF2-40B4-BE49-F238E27FC236}">
                <a16:creationId xmlns:a16="http://schemas.microsoft.com/office/drawing/2014/main" id="{969D0F8A-1A49-E6DA-1A0C-B1D0857AAD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 flipH="1">
            <a:off x="4472940" y="3543300"/>
            <a:ext cx="4666201" cy="1447800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2038C920-CD98-DA0C-9819-AB7E04DD13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>
            <a:off x="-32227" y="3543300"/>
            <a:ext cx="4680427" cy="1447800"/>
          </a:xfrm>
          <a:prstGeom prst="rect">
            <a:avLst/>
          </a:prstGeom>
        </p:spPr>
      </p:pic>
      <p:pic>
        <p:nvPicPr>
          <p:cNvPr id="48" name="Picture 47" hidden="1">
            <a:extLst>
              <a:ext uri="{FF2B5EF4-FFF2-40B4-BE49-F238E27FC236}">
                <a16:creationId xmlns:a16="http://schemas.microsoft.com/office/drawing/2014/main" id="{E9E7200E-E63C-93F9-8542-67A04148A8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5297146" y="1828800"/>
            <a:ext cx="3864697" cy="1859280"/>
          </a:xfrm>
          <a:prstGeom prst="rect">
            <a:avLst/>
          </a:prstGeom>
        </p:spPr>
      </p:pic>
      <p:pic>
        <p:nvPicPr>
          <p:cNvPr id="50" name="Picture 49" hidden="1">
            <a:extLst>
              <a:ext uri="{FF2B5EF4-FFF2-40B4-BE49-F238E27FC236}">
                <a16:creationId xmlns:a16="http://schemas.microsoft.com/office/drawing/2014/main" id="{08CACFC7-5E9B-BDFB-FD8D-DCE29F9AD2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-161925" y="1828800"/>
            <a:ext cx="5785485" cy="18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62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3AAB-CC3A-4AD8-204F-638824D1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0C510C-F444-70E5-EA83-A668A12CE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1600DC6-9983-F84C-25D4-D7D082136345}"/>
              </a:ext>
            </a:extLst>
          </p:cNvPr>
          <p:cNvSpPr/>
          <p:nvPr/>
        </p:nvSpPr>
        <p:spPr>
          <a:xfrm>
            <a:off x="21611" y="829098"/>
            <a:ext cx="9095917" cy="4300896"/>
          </a:xfrm>
          <a:prstGeom prst="rect">
            <a:avLst/>
          </a:prstGeom>
          <a:solidFill>
            <a:srgbClr val="010C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6A8321EE-4425-F101-78C9-FCC6BDB23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2236318" y="520998"/>
            <a:ext cx="1260000" cy="25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534C71-FB1D-2CCB-B915-346D6A5D938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502998"/>
            <a:ext cx="1260000" cy="2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0A0596-8E2C-36DD-1413-B3AC3E28D2D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7612" y="1365630"/>
            <a:ext cx="1512000" cy="68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783196-69D4-6D1C-51D2-058D5E0A21A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59" y="502998"/>
            <a:ext cx="1440000" cy="28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3099C5-81FE-2A53-4036-670749ABC9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01" y="502998"/>
            <a:ext cx="1260000" cy="288000"/>
          </a:xfrm>
          <a:prstGeom prst="rect">
            <a:avLst/>
          </a:prstGeom>
        </p:spPr>
      </p:pic>
      <p:pic>
        <p:nvPicPr>
          <p:cNvPr id="20" name="Picture 19" hidden="1">
            <a:extLst>
              <a:ext uri="{FF2B5EF4-FFF2-40B4-BE49-F238E27FC236}">
                <a16:creationId xmlns:a16="http://schemas.microsoft.com/office/drawing/2014/main" id="{BE98B322-B1EF-C7EE-370C-BC3C719C942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143" y="502998"/>
            <a:ext cx="1260000" cy="28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F640AB-B859-61D9-7978-C49BEB2D61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6876772" y="842604"/>
            <a:ext cx="2196000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835103-503A-41AB-2208-33756E8D1C8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 flipV="1">
            <a:off x="4609666" y="842604"/>
            <a:ext cx="2196000" cy="5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E42C883-AA25-DF74-CCE2-0D7FBAE455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V="1">
            <a:off x="2342560" y="847359"/>
            <a:ext cx="2196000" cy="54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C4818F-EBC5-C63A-A380-74694895A2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>
            <a:off x="75454" y="842604"/>
            <a:ext cx="2196000" cy="5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1A6167C-8661-8216-C897-7C8723757C1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77054" y="1365630"/>
            <a:ext cx="1512000" cy="6839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FD1F5CF-E238-AE63-76CD-4F42B62B048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814" y="1365630"/>
            <a:ext cx="1512000" cy="6839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587526C-3E57-DA00-9B17-36DA6245B97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5374" y="1365630"/>
            <a:ext cx="1512000" cy="6839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D57557-5714-D664-9338-DD1965144D5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055934" y="1365630"/>
            <a:ext cx="1512000" cy="68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7BA30D6-DF25-49BD-3F84-B78322EC199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66494" y="1365630"/>
            <a:ext cx="1512000" cy="683999"/>
          </a:xfrm>
          <a:prstGeom prst="rect">
            <a:avLst/>
          </a:prstGeom>
        </p:spPr>
      </p:pic>
      <p:pic>
        <p:nvPicPr>
          <p:cNvPr id="44" name="Picture 43" hidden="1">
            <a:extLst>
              <a:ext uri="{FF2B5EF4-FFF2-40B4-BE49-F238E27FC236}">
                <a16:creationId xmlns:a16="http://schemas.microsoft.com/office/drawing/2014/main" id="{AC803037-4A43-C5A8-2B57-25306F6271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 flipH="1">
            <a:off x="4472940" y="3543300"/>
            <a:ext cx="4666201" cy="1447800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D1C53409-BABE-80B5-5A9E-1E27EC11D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>
            <a:off x="-32227" y="3543300"/>
            <a:ext cx="4680427" cy="1447800"/>
          </a:xfrm>
          <a:prstGeom prst="rect">
            <a:avLst/>
          </a:prstGeom>
        </p:spPr>
      </p:pic>
      <p:pic>
        <p:nvPicPr>
          <p:cNvPr id="48" name="Picture 47" hidden="1">
            <a:extLst>
              <a:ext uri="{FF2B5EF4-FFF2-40B4-BE49-F238E27FC236}">
                <a16:creationId xmlns:a16="http://schemas.microsoft.com/office/drawing/2014/main" id="{B1F1255D-9CEE-C823-7E90-0FA3255F59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5297146" y="1828800"/>
            <a:ext cx="3864697" cy="1859280"/>
          </a:xfrm>
          <a:prstGeom prst="rect">
            <a:avLst/>
          </a:prstGeom>
        </p:spPr>
      </p:pic>
      <p:pic>
        <p:nvPicPr>
          <p:cNvPr id="50" name="Picture 49" hidden="1">
            <a:extLst>
              <a:ext uri="{FF2B5EF4-FFF2-40B4-BE49-F238E27FC236}">
                <a16:creationId xmlns:a16="http://schemas.microsoft.com/office/drawing/2014/main" id="{0BF30680-28B4-ABAD-20FA-0E72460B72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-161925" y="1828800"/>
            <a:ext cx="5785485" cy="1859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7CD2E2-4C9E-8334-9264-50E8534D4BA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0285" y="502998"/>
            <a:ext cx="12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3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E157-6859-0103-0115-01301718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F118AA-DEF5-7B5D-F8BE-3D1075B3C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7CB75126-C005-1D39-F66F-AAFF043DDC4E}"/>
              </a:ext>
            </a:extLst>
          </p:cNvPr>
          <p:cNvSpPr/>
          <p:nvPr/>
        </p:nvSpPr>
        <p:spPr>
          <a:xfrm>
            <a:off x="21611" y="829098"/>
            <a:ext cx="9095917" cy="4300896"/>
          </a:xfrm>
          <a:prstGeom prst="rect">
            <a:avLst/>
          </a:prstGeom>
          <a:solidFill>
            <a:srgbClr val="010C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B73D2D91-13E8-BCB1-5220-A0687EC0B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2236318" y="520998"/>
            <a:ext cx="1260000" cy="25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A593D2-3BB9-73B7-3451-001CB4F88A7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502998"/>
            <a:ext cx="1260000" cy="2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CB347D-A9E1-04D8-5A1F-7028FA2F69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7612" y="1365630"/>
            <a:ext cx="1512000" cy="68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17DA94-DA1B-A984-C677-08866A5DFEF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59" y="502998"/>
            <a:ext cx="1440000" cy="288000"/>
          </a:xfrm>
          <a:prstGeom prst="rect">
            <a:avLst/>
          </a:prstGeom>
        </p:spPr>
      </p:pic>
      <p:pic>
        <p:nvPicPr>
          <p:cNvPr id="18" name="Picture 17" hidden="1">
            <a:extLst>
              <a:ext uri="{FF2B5EF4-FFF2-40B4-BE49-F238E27FC236}">
                <a16:creationId xmlns:a16="http://schemas.microsoft.com/office/drawing/2014/main" id="{FAD8D251-FA7F-3BEE-9987-05D88E037F8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01" y="502998"/>
            <a:ext cx="1260000" cy="28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1B67AD-F38C-F0A3-773F-53324E0D3DD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143" y="502998"/>
            <a:ext cx="1260000" cy="28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943999-B97C-5912-5E97-9DA4C9AFABD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6876772" y="842604"/>
            <a:ext cx="2196000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8C922F-3CD7-53EF-0C72-113D366D69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 flipV="1">
            <a:off x="4609666" y="842604"/>
            <a:ext cx="2196000" cy="5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9051CD0-2B29-9013-8C39-FF823FC67D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V="1">
            <a:off x="2342560" y="847359"/>
            <a:ext cx="2196000" cy="54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278793B-3F80-D7A5-BEAE-E0A7E652833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>
            <a:off x="75454" y="842604"/>
            <a:ext cx="2196000" cy="5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FC8C12A-A1EF-25DA-03DA-DC853C0A79C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77054" y="1365630"/>
            <a:ext cx="1512000" cy="6839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A949C1B-DB74-FC5A-02AD-097F4B9885F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814" y="1365630"/>
            <a:ext cx="1512000" cy="6839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EC352E7-E149-429E-AF1E-DE10D427C67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5374" y="1365630"/>
            <a:ext cx="1512000" cy="6839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5DD8D78-9BA2-02EE-4301-38B03D68C27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055934" y="1365630"/>
            <a:ext cx="1512000" cy="68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C172040-FCF0-60FC-61FF-AA8278CD31C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66494" y="1365630"/>
            <a:ext cx="1512000" cy="683999"/>
          </a:xfrm>
          <a:prstGeom prst="rect">
            <a:avLst/>
          </a:prstGeom>
        </p:spPr>
      </p:pic>
      <p:pic>
        <p:nvPicPr>
          <p:cNvPr id="44" name="Picture 43" hidden="1">
            <a:extLst>
              <a:ext uri="{FF2B5EF4-FFF2-40B4-BE49-F238E27FC236}">
                <a16:creationId xmlns:a16="http://schemas.microsoft.com/office/drawing/2014/main" id="{87E83B30-DC3B-522B-2C70-3228711012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 flipH="1">
            <a:off x="4472940" y="3543300"/>
            <a:ext cx="4666201" cy="1447800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3C686C59-E63A-3AC2-B647-5868C7A01E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>
            <a:off x="-32227" y="3543300"/>
            <a:ext cx="4680427" cy="1447800"/>
          </a:xfrm>
          <a:prstGeom prst="rect">
            <a:avLst/>
          </a:prstGeom>
        </p:spPr>
      </p:pic>
      <p:pic>
        <p:nvPicPr>
          <p:cNvPr id="48" name="Picture 47" hidden="1">
            <a:extLst>
              <a:ext uri="{FF2B5EF4-FFF2-40B4-BE49-F238E27FC236}">
                <a16:creationId xmlns:a16="http://schemas.microsoft.com/office/drawing/2014/main" id="{2A25DBE7-4644-2F90-B667-1D39E16ABD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5297146" y="1828800"/>
            <a:ext cx="3864697" cy="1859280"/>
          </a:xfrm>
          <a:prstGeom prst="rect">
            <a:avLst/>
          </a:prstGeom>
        </p:spPr>
      </p:pic>
      <p:pic>
        <p:nvPicPr>
          <p:cNvPr id="50" name="Picture 49" hidden="1">
            <a:extLst>
              <a:ext uri="{FF2B5EF4-FFF2-40B4-BE49-F238E27FC236}">
                <a16:creationId xmlns:a16="http://schemas.microsoft.com/office/drawing/2014/main" id="{B5C7D7F0-90DD-967A-3061-26202DD49D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-161925" y="1828800"/>
            <a:ext cx="5785485" cy="1859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7F1BC7-392B-59CE-A347-97CD897FF5C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0285" y="502998"/>
            <a:ext cx="12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B510-1A14-C2B3-E606-BBD40A51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C42EBB-A63C-3A9C-3125-54EB7CA57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2C95D2B-0B03-8DEB-9EFD-A99330413C78}"/>
              </a:ext>
            </a:extLst>
          </p:cNvPr>
          <p:cNvSpPr/>
          <p:nvPr/>
        </p:nvSpPr>
        <p:spPr>
          <a:xfrm>
            <a:off x="21611" y="829098"/>
            <a:ext cx="9095917" cy="4300896"/>
          </a:xfrm>
          <a:prstGeom prst="rect">
            <a:avLst/>
          </a:prstGeom>
          <a:solidFill>
            <a:srgbClr val="010C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B3DFC429-B35C-BC41-69B3-54B2DFDAD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2236318" y="520998"/>
            <a:ext cx="1260000" cy="25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6F203B-5744-3660-C02E-F3E180DB061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502998"/>
            <a:ext cx="1260000" cy="2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DF081A-21D2-543E-86B8-F5680DFA255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825485" y="1384476"/>
            <a:ext cx="2307600" cy="68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CC1750-878D-81BA-8943-F6751B1C75A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59" y="502998"/>
            <a:ext cx="1440000" cy="288000"/>
          </a:xfrm>
          <a:prstGeom prst="rect">
            <a:avLst/>
          </a:prstGeom>
        </p:spPr>
      </p:pic>
      <p:pic>
        <p:nvPicPr>
          <p:cNvPr id="18" name="Picture 17" hidden="1">
            <a:extLst>
              <a:ext uri="{FF2B5EF4-FFF2-40B4-BE49-F238E27FC236}">
                <a16:creationId xmlns:a16="http://schemas.microsoft.com/office/drawing/2014/main" id="{E94CE751-6436-94A9-3C23-B50A6CBE04B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01" y="502998"/>
            <a:ext cx="1260000" cy="28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30EBAD-65FD-E2E3-8F65-9FD2E479051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143" y="502998"/>
            <a:ext cx="1260000" cy="28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5DE13A-C4C7-55AC-AE8F-F36622A267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6876772" y="842604"/>
            <a:ext cx="2196000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3B1DED-CFAE-186C-A94A-6FBC51775D5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 flipV="1">
            <a:off x="4609666" y="842604"/>
            <a:ext cx="2196000" cy="5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30EEC5E-A230-6BE4-1E20-BA08CA3E57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V="1">
            <a:off x="2342560" y="847359"/>
            <a:ext cx="2196000" cy="54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3E2595D-5CDF-2A31-9E05-62815B1ECEC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>
            <a:off x="75454" y="842604"/>
            <a:ext cx="2196000" cy="54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298CF44-865C-F351-BD99-9EE49B0EF1D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611" y="1384476"/>
            <a:ext cx="2307746" cy="6839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2993F4F-7AB5-F86B-A19E-A1814461D60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89666" y="1384476"/>
            <a:ext cx="2307600" cy="68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F45D6F2-E678-2899-99E2-A7C9B05480F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575" y="1384476"/>
            <a:ext cx="2307600" cy="683999"/>
          </a:xfrm>
          <a:prstGeom prst="rect">
            <a:avLst/>
          </a:prstGeom>
        </p:spPr>
      </p:pic>
      <p:pic>
        <p:nvPicPr>
          <p:cNvPr id="44" name="Picture 43" hidden="1">
            <a:extLst>
              <a:ext uri="{FF2B5EF4-FFF2-40B4-BE49-F238E27FC236}">
                <a16:creationId xmlns:a16="http://schemas.microsoft.com/office/drawing/2014/main" id="{6D691A27-5AEA-8B16-CA46-17EE8B10F4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 flipH="1">
            <a:off x="4472940" y="3543300"/>
            <a:ext cx="4666201" cy="1447800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7B325AE8-7134-CD3B-B445-C28D2FA7BF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>
            <a:off x="-32227" y="3543300"/>
            <a:ext cx="4680427" cy="1447800"/>
          </a:xfrm>
          <a:prstGeom prst="rect">
            <a:avLst/>
          </a:prstGeom>
        </p:spPr>
      </p:pic>
      <p:pic>
        <p:nvPicPr>
          <p:cNvPr id="48" name="Picture 47" hidden="1">
            <a:extLst>
              <a:ext uri="{FF2B5EF4-FFF2-40B4-BE49-F238E27FC236}">
                <a16:creationId xmlns:a16="http://schemas.microsoft.com/office/drawing/2014/main" id="{1A514F53-2F6C-AE58-A602-4FF1962F37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5297146" y="1828800"/>
            <a:ext cx="3864697" cy="1859280"/>
          </a:xfrm>
          <a:prstGeom prst="rect">
            <a:avLst/>
          </a:prstGeom>
        </p:spPr>
      </p:pic>
      <p:pic>
        <p:nvPicPr>
          <p:cNvPr id="50" name="Picture 49" hidden="1">
            <a:extLst>
              <a:ext uri="{FF2B5EF4-FFF2-40B4-BE49-F238E27FC236}">
                <a16:creationId xmlns:a16="http://schemas.microsoft.com/office/drawing/2014/main" id="{9B6728A7-B2B0-3604-FA46-4429FBF92C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-161925" y="1828800"/>
            <a:ext cx="5785485" cy="1859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40EC34-9506-2780-CA7B-E773E09FD27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0285" y="502998"/>
            <a:ext cx="12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41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FC9A-5DD5-E655-C57A-90960EC2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05DC41-5041-105A-9C53-3427D1741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EAAB3A93-7487-AA8B-59F6-877FC25C91BA}"/>
              </a:ext>
            </a:extLst>
          </p:cNvPr>
          <p:cNvSpPr/>
          <p:nvPr/>
        </p:nvSpPr>
        <p:spPr>
          <a:xfrm>
            <a:off x="21611" y="829098"/>
            <a:ext cx="9095917" cy="4300896"/>
          </a:xfrm>
          <a:prstGeom prst="rect">
            <a:avLst/>
          </a:prstGeom>
          <a:solidFill>
            <a:srgbClr val="010C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3CBA5462-3BE4-1FB2-FF51-9175EEA58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2236318" y="520998"/>
            <a:ext cx="1260000" cy="252000"/>
          </a:xfrm>
          <a:prstGeom prst="rect">
            <a:avLst/>
          </a:prstGeom>
        </p:spPr>
      </p:pic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3AE9B99D-FA0D-4D3C-50DF-AFFC49616F6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502998"/>
            <a:ext cx="1260000" cy="2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295A4B-A630-034C-91CB-9370B1E988E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5489966" y="1384476"/>
            <a:ext cx="1800000" cy="68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AF9439-C078-BA82-CECD-661B568E156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59" y="502998"/>
            <a:ext cx="1440000" cy="28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C480A1-201F-25C5-FB3E-A87AB567D94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01" y="502998"/>
            <a:ext cx="1260000" cy="28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CA48660-4652-C520-6576-695A925478F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143" y="502998"/>
            <a:ext cx="1260000" cy="28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4054A6-D22D-3FDC-E3AA-DB160E9CDA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6876772" y="842604"/>
            <a:ext cx="2196000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231D8D-27F1-D143-2A1F-6128FAB4E62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 flipV="1">
            <a:off x="4609666" y="842604"/>
            <a:ext cx="2196000" cy="5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598B341-9F7C-02DD-FCBF-4BB8A12113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V="1">
            <a:off x="2342560" y="847359"/>
            <a:ext cx="2196000" cy="54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1FEFD90-8C04-1CC6-9CEB-87FBFF1CAB2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>
            <a:off x="75454" y="842604"/>
            <a:ext cx="2196000" cy="54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A91813A-9D57-E87B-0103-45F48F86B86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611" y="1384476"/>
            <a:ext cx="1800000" cy="6839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5D2908-230B-339C-9856-C79DFA52BDE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44396" y="1384476"/>
            <a:ext cx="1800000" cy="68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534719-EBEA-202C-A0ED-D389B705413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81" y="1384476"/>
            <a:ext cx="1800000" cy="683999"/>
          </a:xfrm>
          <a:prstGeom prst="rect">
            <a:avLst/>
          </a:prstGeom>
        </p:spPr>
      </p:pic>
      <p:pic>
        <p:nvPicPr>
          <p:cNvPr id="44" name="Picture 43" hidden="1">
            <a:extLst>
              <a:ext uri="{FF2B5EF4-FFF2-40B4-BE49-F238E27FC236}">
                <a16:creationId xmlns:a16="http://schemas.microsoft.com/office/drawing/2014/main" id="{63200699-C258-D621-B0A5-6ED494D02C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 flipH="1">
            <a:off x="4472940" y="3543300"/>
            <a:ext cx="4666201" cy="1447800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D7F166BD-503A-82BF-C206-FC7F5B2F4B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>
            <a:off x="-32227" y="3543300"/>
            <a:ext cx="4680427" cy="1447800"/>
          </a:xfrm>
          <a:prstGeom prst="rect">
            <a:avLst/>
          </a:prstGeom>
        </p:spPr>
      </p:pic>
      <p:pic>
        <p:nvPicPr>
          <p:cNvPr id="48" name="Picture 47" hidden="1">
            <a:extLst>
              <a:ext uri="{FF2B5EF4-FFF2-40B4-BE49-F238E27FC236}">
                <a16:creationId xmlns:a16="http://schemas.microsoft.com/office/drawing/2014/main" id="{43EF8F82-200F-6A6C-3D81-77896FD1FE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5297146" y="1828800"/>
            <a:ext cx="3864697" cy="1859280"/>
          </a:xfrm>
          <a:prstGeom prst="rect">
            <a:avLst/>
          </a:prstGeom>
        </p:spPr>
      </p:pic>
      <p:pic>
        <p:nvPicPr>
          <p:cNvPr id="50" name="Picture 49" hidden="1">
            <a:extLst>
              <a:ext uri="{FF2B5EF4-FFF2-40B4-BE49-F238E27FC236}">
                <a16:creationId xmlns:a16="http://schemas.microsoft.com/office/drawing/2014/main" id="{271EB473-CDB1-7196-D5F2-B53C071013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-161925" y="1828800"/>
            <a:ext cx="5785485" cy="1859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5CF42D-7A90-1B91-CB7B-C4652329C00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0285" y="502998"/>
            <a:ext cx="1260000" cy="28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277077-D3CA-5E77-3218-73DDA1C7CD3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750" y="1384476"/>
            <a:ext cx="1800000" cy="68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0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186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Manikandan B</dc:creator>
  <cp:lastModifiedBy>Manikandan B</cp:lastModifiedBy>
  <cp:revision>6</cp:revision>
  <dcterms:created xsi:type="dcterms:W3CDTF">2026-09-27T16:46:19Z</dcterms:created>
  <dcterms:modified xsi:type="dcterms:W3CDTF">2026-09-27T19:53:11Z</dcterms:modified>
</cp:coreProperties>
</file>